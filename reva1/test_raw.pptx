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Revolutionizing Presentation Design</a:t>
            </a:r>
          </a:p>
        </p:txBody>
      </p:sp>
      <p:sp>
        <p:nvSpPr>
          <p:cNvPr id="3" name="Subheading"/>
          <p:cNvSpPr txBox="1"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Automated slide generation from structured outlines</a:t>
            </a:r>
          </a:p>
        </p:txBody>
      </p:sp>
      <p:sp>
        <p:nvSpPr>
          <p:cNvPr id="4" name="BulletBox"/>
          <p:cNvSpPr txBox="1"/>
          <p:nvPr/>
        </p:nvSpPr>
        <p:spPr>
          <a:xfrm>
            <a:off x="914400" y="27432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Consistent brand guidelines across all slide decks</a:t>
            </a:r>
          </a:p>
          <a:p>
            <a:r>
              <a:t>Semantic matching replaces manual alignment tasks</a:t>
            </a:r>
          </a:p>
          <a:p>
            <a:r>
              <a:t>Layout adaptation splits or merges paragraphs automatically</a:t>
            </a:r>
          </a:p>
          <a:p>
            <a:r>
              <a:t>Supports fully customized template catalog serialization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