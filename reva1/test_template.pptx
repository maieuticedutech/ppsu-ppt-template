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Text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latin typeface="Aptos"/>
              </a:rPr>
              <a:t>Template Title</a:t>
            </a:r>
          </a:p>
        </p:txBody>
      </p:sp>
      <p:sp>
        <p:nvSpPr>
          <p:cNvPr id="3" name="Card 1"/>
          <p:cNvSpPr txBox="1"/>
          <p:nvPr/>
        </p:nvSpPr>
        <p:spPr>
          <a:xfrm>
            <a:off x="457200" y="1645920"/>
            <a:ext cx="1828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Aptos"/>
              </a:rPr>
              <a:t>Item 1 Text</a:t>
            </a:r>
          </a:p>
        </p:txBody>
      </p:sp>
      <p:sp>
        <p:nvSpPr>
          <p:cNvPr id="4" name="Card 2"/>
          <p:cNvSpPr txBox="1"/>
          <p:nvPr/>
        </p:nvSpPr>
        <p:spPr>
          <a:xfrm>
            <a:off x="2468880" y="1645920"/>
            <a:ext cx="1828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Aptos"/>
              </a:rPr>
              <a:t>Item 2 Text</a:t>
            </a:r>
          </a:p>
        </p:txBody>
      </p:sp>
      <p:sp>
        <p:nvSpPr>
          <p:cNvPr id="5" name="Card 3"/>
          <p:cNvSpPr txBox="1"/>
          <p:nvPr/>
        </p:nvSpPr>
        <p:spPr>
          <a:xfrm>
            <a:off x="4480560" y="1645920"/>
            <a:ext cx="1828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Aptos"/>
              </a:rPr>
              <a:t>Item 3 Text</a:t>
            </a:r>
          </a:p>
        </p:txBody>
      </p:sp>
      <p:sp>
        <p:nvSpPr>
          <p:cNvPr id="6" name="Card 4"/>
          <p:cNvSpPr txBox="1"/>
          <p:nvPr/>
        </p:nvSpPr>
        <p:spPr>
          <a:xfrm>
            <a:off x="6492240" y="1645920"/>
            <a:ext cx="1828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Aptos"/>
              </a:rPr>
              <a:t>Item 4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