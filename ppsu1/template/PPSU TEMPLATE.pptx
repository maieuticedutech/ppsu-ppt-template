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75" r:id="rId2"/>
  </p:sldMasterIdLst>
  <p:notesMasterIdLst>
    <p:notesMasterId r:id="rId26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7"/>
    <p:sldId id="275" r:id="rId6"/>
    <p:sldId id="276" r:id="rId5"/>
    <p:sldId id="277" r:id="rId4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44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orient="horz" pos="1733" userDrawn="1">
          <p15:clr>
            <a:srgbClr val="A4A3A4"/>
          </p15:clr>
        </p15:guide>
        <p15:guide id="4" orient="horz" pos="2028" userDrawn="1">
          <p15:clr>
            <a:srgbClr val="A4A3A4"/>
          </p15:clr>
        </p15:guide>
        <p15:guide id="5" pos="5232" userDrawn="1">
          <p15:clr>
            <a:srgbClr val="A4A3A4"/>
          </p15:clr>
        </p15:guide>
        <p15:guide id="6" orient="horz" pos="20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181"/>
    <a:srgbClr val="FBB217"/>
    <a:srgbClr val="156082"/>
    <a:srgbClr val="F47820"/>
    <a:srgbClr val="F04B22"/>
    <a:srgbClr val="A57303"/>
    <a:srgbClr val="A84908"/>
    <a:srgbClr val="FEEFCE"/>
    <a:srgbClr val="FDE4D3"/>
    <a:srgbClr val="FBD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65953" autoAdjust="0"/>
  </p:normalViewPr>
  <p:slideViewPr>
    <p:cSldViewPr snapToGrid="0" showGuides="1">
      <p:cViewPr varScale="1">
        <p:scale>
          <a:sx n="55" d="100"/>
          <a:sy n="55" d="100"/>
        </p:scale>
        <p:origin x="1776" y="60"/>
      </p:cViewPr>
      <p:guideLst>
        <p:guide pos="544"/>
        <p:guide orient="horz" pos="852"/>
        <p:guide orient="horz" pos="1733"/>
        <p:guide orient="horz" pos="2028"/>
        <p:guide pos="5232"/>
        <p:guide orient="horz" pos="20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22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AA306-0FB0-4B25-BF82-E1F6D0E06118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5E8DC-296A-4EB7-8515-D32CBB3428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02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44700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9795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5788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7262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11216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54491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8548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7955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1819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174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653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7650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202DC-F0A3-4E92-8041-0496E7288B3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DAB67-ABCD-49F0-8625-BA4ECE077F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E7E2D51D-971D-0AFC-BCBC-B34E23F0E5B8}"/>
              </a:ext>
            </a:extLst>
          </p:cNvPr>
          <p:cNvSpPr/>
          <p:nvPr userDrawn="1"/>
        </p:nvSpPr>
        <p:spPr>
          <a:xfrm>
            <a:off x="0" y="-2107"/>
            <a:ext cx="9144000" cy="680386"/>
          </a:xfrm>
          <a:prstGeom prst="rect">
            <a:avLst/>
          </a:prstGeom>
          <a:solidFill>
            <a:srgbClr val="0E28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9AEB8E96-4EA4-07F9-49F9-1140821357E6}"/>
              </a:ext>
            </a:extLst>
          </p:cNvPr>
          <p:cNvSpPr/>
          <p:nvPr userDrawn="1"/>
        </p:nvSpPr>
        <p:spPr>
          <a:xfrm>
            <a:off x="7200900" y="-2107"/>
            <a:ext cx="1943100" cy="67827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E9DD92E-1DAF-15B4-90C4-CA96241D5193}"/>
              </a:ext>
            </a:extLst>
          </p:cNvPr>
          <p:cNvSpPr/>
          <p:nvPr userDrawn="1"/>
        </p:nvSpPr>
        <p:spPr>
          <a:xfrm rot="1680000">
            <a:off x="5906688" y="-119171"/>
            <a:ext cx="292608" cy="940737"/>
          </a:xfrm>
          <a:custGeom>
            <a:avLst/>
            <a:gdLst>
              <a:gd name="csX0" fmla="*/ 0 w 292608"/>
              <a:gd name="csY0" fmla="*/ 155582 h 940737"/>
              <a:gd name="csX1" fmla="*/ 292608 w 292608"/>
              <a:gd name="csY1" fmla="*/ 0 h 940737"/>
              <a:gd name="csX2" fmla="*/ 292608 w 292608"/>
              <a:gd name="csY2" fmla="*/ 785155 h 940737"/>
              <a:gd name="csX3" fmla="*/ 0 w 292608"/>
              <a:gd name="csY3" fmla="*/ 940737 h 940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2608" h="940737">
                <a:moveTo>
                  <a:pt x="0" y="155582"/>
                </a:moveTo>
                <a:lnTo>
                  <a:pt x="292608" y="0"/>
                </a:lnTo>
                <a:lnTo>
                  <a:pt x="292608" y="785155"/>
                </a:lnTo>
                <a:lnTo>
                  <a:pt x="0" y="940737"/>
                </a:lnTo>
                <a:close/>
              </a:path>
            </a:pathLst>
          </a:custGeom>
          <a:solidFill>
            <a:srgbClr val="0A1E30"/>
          </a:solidFill>
          <a:ln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0F6BAB-952F-69FE-632D-FA30C5BF7671}"/>
              </a:ext>
            </a:extLst>
          </p:cNvPr>
          <p:cNvSpPr/>
          <p:nvPr userDrawn="1"/>
        </p:nvSpPr>
        <p:spPr>
          <a:xfrm rot="1680000">
            <a:off x="6088933" y="-72825"/>
            <a:ext cx="118872" cy="845665"/>
          </a:xfrm>
          <a:custGeom>
            <a:avLst/>
            <a:gdLst>
              <a:gd name="csX0" fmla="*/ 0 w 118872"/>
              <a:gd name="csY0" fmla="*/ 63205 h 845665"/>
              <a:gd name="csX1" fmla="*/ 118872 w 118872"/>
              <a:gd name="csY1" fmla="*/ 0 h 845665"/>
              <a:gd name="csX2" fmla="*/ 118872 w 118872"/>
              <a:gd name="csY2" fmla="*/ 782459 h 845665"/>
              <a:gd name="csX3" fmla="*/ 0 w 118872"/>
              <a:gd name="csY3" fmla="*/ 845665 h 8456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8872" h="845665">
                <a:moveTo>
                  <a:pt x="0" y="63205"/>
                </a:moveTo>
                <a:lnTo>
                  <a:pt x="118872" y="0"/>
                </a:lnTo>
                <a:lnTo>
                  <a:pt x="118872" y="782459"/>
                </a:lnTo>
                <a:lnTo>
                  <a:pt x="0" y="845665"/>
                </a:lnTo>
                <a:close/>
              </a:path>
            </a:pathLst>
          </a:custGeom>
          <a:solidFill>
            <a:srgbClr val="156082"/>
          </a:solidFill>
          <a:ln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C95C12-AE50-AB01-E286-C791C1D90AC7}"/>
              </a:ext>
            </a:extLst>
          </p:cNvPr>
          <p:cNvSpPr/>
          <p:nvPr userDrawn="1"/>
        </p:nvSpPr>
        <p:spPr>
          <a:xfrm rot="1680000">
            <a:off x="6221381" y="-139466"/>
            <a:ext cx="347472" cy="986093"/>
          </a:xfrm>
          <a:custGeom>
            <a:avLst/>
            <a:gdLst>
              <a:gd name="csX0" fmla="*/ 0 w 347472"/>
              <a:gd name="csY0" fmla="*/ 184754 h 986093"/>
              <a:gd name="csX1" fmla="*/ 347472 w 347472"/>
              <a:gd name="csY1" fmla="*/ 0 h 986093"/>
              <a:gd name="csX2" fmla="*/ 347472 w 347472"/>
              <a:gd name="csY2" fmla="*/ 801339 h 986093"/>
              <a:gd name="csX3" fmla="*/ 0 w 347472"/>
              <a:gd name="csY3" fmla="*/ 986093 h 9860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7472" h="986093">
                <a:moveTo>
                  <a:pt x="0" y="184754"/>
                </a:moveTo>
                <a:lnTo>
                  <a:pt x="347472" y="0"/>
                </a:lnTo>
                <a:lnTo>
                  <a:pt x="347472" y="801339"/>
                </a:lnTo>
                <a:lnTo>
                  <a:pt x="0" y="986093"/>
                </a:lnTo>
                <a:close/>
              </a:path>
            </a:pathLst>
          </a:custGeom>
          <a:solidFill>
            <a:srgbClr val="E97132"/>
          </a:solidFill>
          <a:ln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FCB66B9E-AD04-7AB5-30EA-B9F89BC8102C}"/>
              </a:ext>
            </a:extLst>
          </p:cNvPr>
          <p:cNvSpPr/>
          <p:nvPr userDrawn="1"/>
        </p:nvSpPr>
        <p:spPr>
          <a:xfrm>
            <a:off x="0" y="676170"/>
            <a:ext cx="9144000" cy="36576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9EE8D05-2670-D589-65B9-F1A57592EF95}"/>
              </a:ext>
            </a:extLst>
          </p:cNvPr>
          <p:cNvSpPr/>
          <p:nvPr userDrawn="1"/>
        </p:nvSpPr>
        <p:spPr>
          <a:xfrm>
            <a:off x="378920" y="123340"/>
            <a:ext cx="4457369" cy="40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 descr="PPSU">
            <a:extLst>
              <a:ext uri="{FF2B5EF4-FFF2-40B4-BE49-F238E27FC236}">
                <a16:creationId xmlns:a16="http://schemas.microsoft.com/office/drawing/2014/main" id="{D6F4A216-522B-1809-C18D-0EF6EBBC16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87030" y="168778"/>
            <a:ext cx="1589890" cy="33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033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202DC-F0A3-4E92-8041-0496E7288B3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DAB67-ABCD-49F0-8625-BA4ECE077F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56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202DC-F0A3-4E92-8041-0496E7288B3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DAB67-ABCD-49F0-8625-BA4ECE077F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443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202DC-F0A3-4E92-8041-0496E7288B3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DAB67-ABCD-49F0-8625-BA4ECE077F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56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202DC-F0A3-4E92-8041-0496E7288B3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DAB67-ABCD-49F0-8625-BA4ECE077F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0261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202DC-F0A3-4E92-8041-0496E7288B3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DAB67-ABCD-49F0-8625-BA4ECE077F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876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202DC-F0A3-4E92-8041-0496E7288B3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DAB67-ABCD-49F0-8625-BA4ECE077F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980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13" userDrawn="1">
          <p15:clr>
            <a:srgbClr val="FBAE40"/>
          </p15:clr>
        </p15:guide>
        <p15:guide id="2" pos="24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202DC-F0A3-4E92-8041-0496E7288B3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DAB67-ABCD-49F0-8625-BA4ECE077F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7734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202DC-F0A3-4E92-8041-0496E7288B3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DAB67-ABCD-49F0-8625-BA4ECE077F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9473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202DC-F0A3-4E92-8041-0496E7288B3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DAB67-ABCD-49F0-8625-BA4ECE077F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7850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202DC-F0A3-4E92-8041-0496E7288B3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DAB67-ABCD-49F0-8625-BA4ECE077F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126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202DC-F0A3-4E92-8041-0496E7288B3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DAB67-ABCD-49F0-8625-BA4ECE077F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F89168-B9B4-42EC-E4FA-356BAFFCC1AB}"/>
              </a:ext>
            </a:extLst>
          </p:cNvPr>
          <p:cNvSpPr/>
          <p:nvPr userDrawn="1"/>
        </p:nvSpPr>
        <p:spPr>
          <a:xfrm>
            <a:off x="-1032545" y="74964"/>
            <a:ext cx="370156" cy="370156"/>
          </a:xfrm>
          <a:prstGeom prst="rect">
            <a:avLst/>
          </a:prstGeom>
          <a:solidFill>
            <a:srgbClr val="F04B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9BB6DA-DF66-FDFF-EF12-012E9AE86D7D}"/>
              </a:ext>
            </a:extLst>
          </p:cNvPr>
          <p:cNvSpPr/>
          <p:nvPr userDrawn="1"/>
        </p:nvSpPr>
        <p:spPr>
          <a:xfrm>
            <a:off x="-577461" y="74964"/>
            <a:ext cx="370156" cy="370156"/>
          </a:xfrm>
          <a:prstGeom prst="rect">
            <a:avLst/>
          </a:prstGeom>
          <a:solidFill>
            <a:srgbClr val="B311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DFB59E-458F-CF39-CD76-B0E0AE53347D}"/>
              </a:ext>
            </a:extLst>
          </p:cNvPr>
          <p:cNvSpPr/>
          <p:nvPr userDrawn="1"/>
        </p:nvSpPr>
        <p:spPr>
          <a:xfrm>
            <a:off x="-1032545" y="536525"/>
            <a:ext cx="370156" cy="370156"/>
          </a:xfrm>
          <a:prstGeom prst="rect">
            <a:avLst/>
          </a:prstGeom>
          <a:solidFill>
            <a:srgbClr val="F478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99664A-6CCE-9284-3B3B-A546102D197B}"/>
              </a:ext>
            </a:extLst>
          </p:cNvPr>
          <p:cNvSpPr/>
          <p:nvPr userDrawn="1"/>
        </p:nvSpPr>
        <p:spPr>
          <a:xfrm>
            <a:off x="-577461" y="536525"/>
            <a:ext cx="370156" cy="370156"/>
          </a:xfrm>
          <a:prstGeom prst="rect">
            <a:avLst/>
          </a:prstGeom>
          <a:solidFill>
            <a:srgbClr val="FBB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DA798E-ECE7-A900-BDAE-84B25A6A3B84}"/>
              </a:ext>
            </a:extLst>
          </p:cNvPr>
          <p:cNvSpPr/>
          <p:nvPr userDrawn="1"/>
        </p:nvSpPr>
        <p:spPr>
          <a:xfrm>
            <a:off x="-1032545" y="998088"/>
            <a:ext cx="370156" cy="370156"/>
          </a:xfrm>
          <a:prstGeom prst="rect">
            <a:avLst/>
          </a:prstGeom>
          <a:solidFill>
            <a:srgbClr val="1D4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013C2B-B3A2-F923-1B44-E6FD2E1A3D81}"/>
              </a:ext>
            </a:extLst>
          </p:cNvPr>
          <p:cNvSpPr/>
          <p:nvPr userDrawn="1"/>
        </p:nvSpPr>
        <p:spPr>
          <a:xfrm>
            <a:off x="-577461" y="998088"/>
            <a:ext cx="370156" cy="370156"/>
          </a:xfrm>
          <a:prstGeom prst="rect">
            <a:avLst/>
          </a:prstGeom>
          <a:solidFill>
            <a:srgbClr val="D818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4076285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15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202DC-F0A3-4E92-8041-0496E7288B3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DAB67-ABCD-49F0-8625-BA4ECE077F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F6C95A0C-395F-931A-DE9A-E11917DB2B15}"/>
              </a:ext>
            </a:extLst>
          </p:cNvPr>
          <p:cNvSpPr/>
          <p:nvPr userDrawn="1"/>
        </p:nvSpPr>
        <p:spPr>
          <a:xfrm>
            <a:off x="0" y="-2107"/>
            <a:ext cx="9144000" cy="680386"/>
          </a:xfrm>
          <a:prstGeom prst="rect">
            <a:avLst/>
          </a:prstGeom>
          <a:solidFill>
            <a:srgbClr val="0E28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69CF750D-096C-F037-9691-EEA44AECFC9D}"/>
              </a:ext>
            </a:extLst>
          </p:cNvPr>
          <p:cNvSpPr/>
          <p:nvPr userDrawn="1"/>
        </p:nvSpPr>
        <p:spPr>
          <a:xfrm>
            <a:off x="7200900" y="-2107"/>
            <a:ext cx="1943100" cy="67827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E9A5C1B-C559-7504-75C9-B14CD7D9239C}"/>
              </a:ext>
            </a:extLst>
          </p:cNvPr>
          <p:cNvSpPr/>
          <p:nvPr userDrawn="1"/>
        </p:nvSpPr>
        <p:spPr>
          <a:xfrm rot="1680000">
            <a:off x="5906688" y="-119171"/>
            <a:ext cx="292608" cy="940737"/>
          </a:xfrm>
          <a:custGeom>
            <a:avLst/>
            <a:gdLst>
              <a:gd name="csX0" fmla="*/ 0 w 292608"/>
              <a:gd name="csY0" fmla="*/ 155582 h 940737"/>
              <a:gd name="csX1" fmla="*/ 292608 w 292608"/>
              <a:gd name="csY1" fmla="*/ 0 h 940737"/>
              <a:gd name="csX2" fmla="*/ 292608 w 292608"/>
              <a:gd name="csY2" fmla="*/ 785155 h 940737"/>
              <a:gd name="csX3" fmla="*/ 0 w 292608"/>
              <a:gd name="csY3" fmla="*/ 940737 h 940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2608" h="940737">
                <a:moveTo>
                  <a:pt x="0" y="155582"/>
                </a:moveTo>
                <a:lnTo>
                  <a:pt x="292608" y="0"/>
                </a:lnTo>
                <a:lnTo>
                  <a:pt x="292608" y="785155"/>
                </a:lnTo>
                <a:lnTo>
                  <a:pt x="0" y="940737"/>
                </a:lnTo>
                <a:close/>
              </a:path>
            </a:pathLst>
          </a:custGeom>
          <a:solidFill>
            <a:srgbClr val="0A1E30"/>
          </a:solidFill>
          <a:ln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3B234FB-6FF0-3A0A-E1F7-366CD8E78AB4}"/>
              </a:ext>
            </a:extLst>
          </p:cNvPr>
          <p:cNvSpPr/>
          <p:nvPr userDrawn="1"/>
        </p:nvSpPr>
        <p:spPr>
          <a:xfrm rot="1680000">
            <a:off x="6088933" y="-72825"/>
            <a:ext cx="118872" cy="845665"/>
          </a:xfrm>
          <a:custGeom>
            <a:avLst/>
            <a:gdLst>
              <a:gd name="csX0" fmla="*/ 0 w 118872"/>
              <a:gd name="csY0" fmla="*/ 63205 h 845665"/>
              <a:gd name="csX1" fmla="*/ 118872 w 118872"/>
              <a:gd name="csY1" fmla="*/ 0 h 845665"/>
              <a:gd name="csX2" fmla="*/ 118872 w 118872"/>
              <a:gd name="csY2" fmla="*/ 782459 h 845665"/>
              <a:gd name="csX3" fmla="*/ 0 w 118872"/>
              <a:gd name="csY3" fmla="*/ 845665 h 8456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8872" h="845665">
                <a:moveTo>
                  <a:pt x="0" y="63205"/>
                </a:moveTo>
                <a:lnTo>
                  <a:pt x="118872" y="0"/>
                </a:lnTo>
                <a:lnTo>
                  <a:pt x="118872" y="782459"/>
                </a:lnTo>
                <a:lnTo>
                  <a:pt x="0" y="845665"/>
                </a:lnTo>
                <a:close/>
              </a:path>
            </a:pathLst>
          </a:custGeom>
          <a:solidFill>
            <a:srgbClr val="156082"/>
          </a:solidFill>
          <a:ln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F711065-0ED3-C5B5-1D23-400FA9F422E6}"/>
              </a:ext>
            </a:extLst>
          </p:cNvPr>
          <p:cNvSpPr/>
          <p:nvPr userDrawn="1"/>
        </p:nvSpPr>
        <p:spPr>
          <a:xfrm rot="1680000">
            <a:off x="6221381" y="-139466"/>
            <a:ext cx="347472" cy="986093"/>
          </a:xfrm>
          <a:custGeom>
            <a:avLst/>
            <a:gdLst>
              <a:gd name="csX0" fmla="*/ 0 w 347472"/>
              <a:gd name="csY0" fmla="*/ 184754 h 986093"/>
              <a:gd name="csX1" fmla="*/ 347472 w 347472"/>
              <a:gd name="csY1" fmla="*/ 0 h 986093"/>
              <a:gd name="csX2" fmla="*/ 347472 w 347472"/>
              <a:gd name="csY2" fmla="*/ 801339 h 986093"/>
              <a:gd name="csX3" fmla="*/ 0 w 347472"/>
              <a:gd name="csY3" fmla="*/ 986093 h 9860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7472" h="986093">
                <a:moveTo>
                  <a:pt x="0" y="184754"/>
                </a:moveTo>
                <a:lnTo>
                  <a:pt x="347472" y="0"/>
                </a:lnTo>
                <a:lnTo>
                  <a:pt x="347472" y="801339"/>
                </a:lnTo>
                <a:lnTo>
                  <a:pt x="0" y="986093"/>
                </a:lnTo>
                <a:close/>
              </a:path>
            </a:pathLst>
          </a:custGeom>
          <a:solidFill>
            <a:srgbClr val="E97132"/>
          </a:solidFill>
          <a:ln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A4F2A3B3-43E3-97BE-7AF1-47219456A751}"/>
              </a:ext>
            </a:extLst>
          </p:cNvPr>
          <p:cNvSpPr/>
          <p:nvPr userDrawn="1"/>
        </p:nvSpPr>
        <p:spPr>
          <a:xfrm>
            <a:off x="0" y="676170"/>
            <a:ext cx="9144000" cy="36576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 descr="PPSU">
            <a:extLst>
              <a:ext uri="{FF2B5EF4-FFF2-40B4-BE49-F238E27FC236}">
                <a16:creationId xmlns:a16="http://schemas.microsoft.com/office/drawing/2014/main" id="{05D97377-9DD4-3C72-E4A3-781CA7F6EFA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387030" y="168778"/>
            <a:ext cx="1589890" cy="33650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DADF602-AEF2-033D-5F82-8A591FA19122}"/>
              </a:ext>
            </a:extLst>
          </p:cNvPr>
          <p:cNvSpPr/>
          <p:nvPr userDrawn="1"/>
        </p:nvSpPr>
        <p:spPr>
          <a:xfrm>
            <a:off x="-1032545" y="74964"/>
            <a:ext cx="370156" cy="370156"/>
          </a:xfrm>
          <a:prstGeom prst="rect">
            <a:avLst/>
          </a:prstGeom>
          <a:solidFill>
            <a:srgbClr val="F04B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E4301E-7529-25ED-68CB-E502379E85C5}"/>
              </a:ext>
            </a:extLst>
          </p:cNvPr>
          <p:cNvSpPr/>
          <p:nvPr userDrawn="1"/>
        </p:nvSpPr>
        <p:spPr>
          <a:xfrm>
            <a:off x="-577461" y="74964"/>
            <a:ext cx="370156" cy="370156"/>
          </a:xfrm>
          <a:prstGeom prst="rect">
            <a:avLst/>
          </a:prstGeom>
          <a:solidFill>
            <a:srgbClr val="B311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D2387E-5CA4-B270-8D8C-2C49A3678D86}"/>
              </a:ext>
            </a:extLst>
          </p:cNvPr>
          <p:cNvSpPr/>
          <p:nvPr userDrawn="1"/>
        </p:nvSpPr>
        <p:spPr>
          <a:xfrm>
            <a:off x="-1032545" y="536525"/>
            <a:ext cx="370156" cy="370156"/>
          </a:xfrm>
          <a:prstGeom prst="rect">
            <a:avLst/>
          </a:prstGeom>
          <a:solidFill>
            <a:srgbClr val="F478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1FE48E-34E9-D320-90E5-F168B7EF1A5D}"/>
              </a:ext>
            </a:extLst>
          </p:cNvPr>
          <p:cNvSpPr/>
          <p:nvPr userDrawn="1"/>
        </p:nvSpPr>
        <p:spPr>
          <a:xfrm>
            <a:off x="-577461" y="536525"/>
            <a:ext cx="370156" cy="370156"/>
          </a:xfrm>
          <a:prstGeom prst="rect">
            <a:avLst/>
          </a:prstGeom>
          <a:solidFill>
            <a:srgbClr val="FBB2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68C68E-7496-4A4A-7319-E3739665E333}"/>
              </a:ext>
            </a:extLst>
          </p:cNvPr>
          <p:cNvSpPr/>
          <p:nvPr userDrawn="1"/>
        </p:nvSpPr>
        <p:spPr>
          <a:xfrm>
            <a:off x="-1032545" y="998088"/>
            <a:ext cx="370156" cy="370156"/>
          </a:xfrm>
          <a:prstGeom prst="rect">
            <a:avLst/>
          </a:prstGeom>
          <a:solidFill>
            <a:srgbClr val="1D4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5E0B7F-C775-9C28-08BB-BE83257F6C8C}"/>
              </a:ext>
            </a:extLst>
          </p:cNvPr>
          <p:cNvSpPr/>
          <p:nvPr userDrawn="1"/>
        </p:nvSpPr>
        <p:spPr>
          <a:xfrm>
            <a:off x="-577461" y="998088"/>
            <a:ext cx="370156" cy="370156"/>
          </a:xfrm>
          <a:prstGeom prst="rect">
            <a:avLst/>
          </a:prstGeom>
          <a:solidFill>
            <a:srgbClr val="D818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3713952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13" userDrawn="1">
          <p15:clr>
            <a:srgbClr val="F26B43"/>
          </p15:clr>
        </p15:guide>
        <p15:guide id="2" pos="249" userDrawn="1">
          <p15:clr>
            <a:srgbClr val="F26B43"/>
          </p15:clr>
        </p15:guide>
        <p15:guide id="3" pos="2880" userDrawn="1">
          <p15:clr>
            <a:srgbClr val="F26B43"/>
          </p15:clr>
        </p15:guide>
        <p15:guide id="4" pos="5511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Accent 1"/>
          <p:cNvSpPr/>
          <p:nvPr/>
        </p:nvSpPr>
        <p:spPr>
          <a:xfrm>
            <a:off x="380000" y="1180000"/>
            <a:ext cx="4042000" cy="1500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tem 1"/>
          <p:cNvSpPr/>
          <p:nvPr/>
        </p:nvSpPr>
        <p:spPr>
          <a:xfrm>
            <a:off x="380000" y="1360000"/>
            <a:ext cx="4042000" cy="35900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Accent 2"/>
          <p:cNvSpPr/>
          <p:nvPr/>
        </p:nvSpPr>
        <p:spPr>
          <a:xfrm>
            <a:off x="4722000" y="1180000"/>
            <a:ext cx="4042000" cy="150000"/>
          </a:xfrm>
          <a:prstGeom prst="round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tem 2"/>
          <p:cNvSpPr/>
          <p:nvPr/>
        </p:nvSpPr>
        <p:spPr>
          <a:xfrm>
            <a:off x="4722000" y="1360000"/>
            <a:ext cx="4042000" cy="35900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Item 1"/>
          <p:cNvSpPr/>
          <p:nvPr/>
        </p:nvSpPr>
        <p:spPr>
          <a:xfrm>
            <a:off x="380000" y="1120000"/>
            <a:ext cx="2648000" cy="3830000"/>
          </a:xfrm>
          <a:prstGeom prst="roundRect">
            <a:avLst>
              <a:gd name="adj" fmla="val 7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4" name="Chip 1"/>
          <p:cNvSpPr/>
          <p:nvPr/>
        </p:nvSpPr>
        <p:spPr>
          <a:xfrm>
            <a:off x="1464000" y="880000"/>
            <a:ext cx="480000" cy="4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Item 2"/>
          <p:cNvSpPr/>
          <p:nvPr/>
        </p:nvSpPr>
        <p:spPr>
          <a:xfrm>
            <a:off x="3248000" y="1120000"/>
            <a:ext cx="2648000" cy="3830000"/>
          </a:xfrm>
          <a:prstGeom prst="roundRect">
            <a:avLst>
              <a:gd name="adj" fmla="val 7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6" name="Chip 2"/>
          <p:cNvSpPr/>
          <p:nvPr/>
        </p:nvSpPr>
        <p:spPr>
          <a:xfrm>
            <a:off x="4332000" y="880000"/>
            <a:ext cx="480000" cy="4800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Item 3"/>
          <p:cNvSpPr/>
          <p:nvPr/>
        </p:nvSpPr>
        <p:spPr>
          <a:xfrm>
            <a:off x="6116000" y="1120000"/>
            <a:ext cx="2648000" cy="3830000"/>
          </a:xfrm>
          <a:prstGeom prst="roundRect">
            <a:avLst>
              <a:gd name="adj" fmla="val 7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8" name="Chip 3"/>
          <p:cNvSpPr/>
          <p:nvPr/>
        </p:nvSpPr>
        <p:spPr>
          <a:xfrm>
            <a:off x="7200000" y="880000"/>
            <a:ext cx="480000" cy="480000"/>
          </a:xfrm>
          <a:prstGeom prst="ellipse">
            <a:avLst/>
          </a:prstGeom>
          <a:solidFill>
            <a:srgbClr val="B3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Chip 1"/>
          <p:cNvSpPr/>
          <p:nvPr/>
        </p:nvSpPr>
        <p:spPr>
          <a:xfrm>
            <a:off x="380000" y="1266666"/>
            <a:ext cx="430000" cy="43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Item 1"/>
          <p:cNvSpPr/>
          <p:nvPr/>
        </p:nvSpPr>
        <p:spPr>
          <a:xfrm>
            <a:off x="940000" y="880000"/>
            <a:ext cx="7824000" cy="1203333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Chip 2"/>
          <p:cNvSpPr/>
          <p:nvPr/>
        </p:nvSpPr>
        <p:spPr>
          <a:xfrm>
            <a:off x="380000" y="2699999"/>
            <a:ext cx="430000" cy="4300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Item 2"/>
          <p:cNvSpPr/>
          <p:nvPr/>
        </p:nvSpPr>
        <p:spPr>
          <a:xfrm>
            <a:off x="940000" y="2313333"/>
            <a:ext cx="7824000" cy="1203333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Chip 3"/>
          <p:cNvSpPr/>
          <p:nvPr/>
        </p:nvSpPr>
        <p:spPr>
          <a:xfrm>
            <a:off x="380000" y="4133332"/>
            <a:ext cx="430000" cy="430000"/>
          </a:xfrm>
          <a:prstGeom prst="ellipse">
            <a:avLst/>
          </a:prstGeom>
          <a:solidFill>
            <a:srgbClr val="B3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8" name="Item 3"/>
          <p:cNvSpPr/>
          <p:nvPr/>
        </p:nvSpPr>
        <p:spPr>
          <a:xfrm>
            <a:off x="940000" y="3746666"/>
            <a:ext cx="7824000" cy="1203333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Accent 1"/>
          <p:cNvSpPr/>
          <p:nvPr/>
        </p:nvSpPr>
        <p:spPr>
          <a:xfrm>
            <a:off x="380000" y="880000"/>
            <a:ext cx="4092000" cy="130000"/>
          </a:xfrm>
          <a:prstGeom prst="round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tem 1"/>
          <p:cNvSpPr/>
          <p:nvPr/>
        </p:nvSpPr>
        <p:spPr>
          <a:xfrm>
            <a:off x="380000" y="1030000"/>
            <a:ext cx="4092000" cy="178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Accent 2"/>
          <p:cNvSpPr/>
          <p:nvPr/>
        </p:nvSpPr>
        <p:spPr>
          <a:xfrm>
            <a:off x="4672000" y="880000"/>
            <a:ext cx="4092000" cy="13000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tem 2"/>
          <p:cNvSpPr/>
          <p:nvPr/>
        </p:nvSpPr>
        <p:spPr>
          <a:xfrm>
            <a:off x="4672000" y="1030000"/>
            <a:ext cx="4092000" cy="178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Accent 3"/>
          <p:cNvSpPr/>
          <p:nvPr/>
        </p:nvSpPr>
        <p:spPr>
          <a:xfrm>
            <a:off x="380000" y="3015000"/>
            <a:ext cx="4092000" cy="130000"/>
          </a:xfrm>
          <a:prstGeom prst="roundRect">
            <a:avLst/>
          </a:prstGeom>
          <a:solidFill>
            <a:srgbClr val="B3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tem 3"/>
          <p:cNvSpPr/>
          <p:nvPr/>
        </p:nvSpPr>
        <p:spPr>
          <a:xfrm>
            <a:off x="380000" y="3165000"/>
            <a:ext cx="4092000" cy="178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9" name="Accent 4"/>
          <p:cNvSpPr/>
          <p:nvPr/>
        </p:nvSpPr>
        <p:spPr>
          <a:xfrm>
            <a:off x="4672000" y="3015000"/>
            <a:ext cx="4092000" cy="130000"/>
          </a:xfrm>
          <a:prstGeom prst="roundRect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tem 4"/>
          <p:cNvSpPr/>
          <p:nvPr/>
        </p:nvSpPr>
        <p:spPr>
          <a:xfrm>
            <a:off x="4672000" y="3165000"/>
            <a:ext cx="4092000" cy="178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Chip 1"/>
          <p:cNvSpPr/>
          <p:nvPr/>
        </p:nvSpPr>
        <p:spPr>
          <a:xfrm>
            <a:off x="380000" y="1106250"/>
            <a:ext cx="430000" cy="430000"/>
          </a:xfrm>
          <a:prstGeom prst="round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Item 1"/>
          <p:cNvSpPr/>
          <p:nvPr/>
        </p:nvSpPr>
        <p:spPr>
          <a:xfrm>
            <a:off x="940000" y="880000"/>
            <a:ext cx="7824000" cy="882500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Chip 2"/>
          <p:cNvSpPr/>
          <p:nvPr/>
        </p:nvSpPr>
        <p:spPr>
          <a:xfrm>
            <a:off x="380000" y="2168750"/>
            <a:ext cx="430000" cy="43000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Item 2"/>
          <p:cNvSpPr/>
          <p:nvPr/>
        </p:nvSpPr>
        <p:spPr>
          <a:xfrm>
            <a:off x="940000" y="1942500"/>
            <a:ext cx="7824000" cy="882500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Chip 3"/>
          <p:cNvSpPr/>
          <p:nvPr/>
        </p:nvSpPr>
        <p:spPr>
          <a:xfrm>
            <a:off x="380000" y="3231250"/>
            <a:ext cx="430000" cy="430000"/>
          </a:xfrm>
          <a:prstGeom prst="roundRect">
            <a:avLst/>
          </a:prstGeom>
          <a:solidFill>
            <a:srgbClr val="B3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8" name="Item 3"/>
          <p:cNvSpPr/>
          <p:nvPr/>
        </p:nvSpPr>
        <p:spPr>
          <a:xfrm>
            <a:off x="940000" y="3005000"/>
            <a:ext cx="7824000" cy="882500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9" name="Chip 4"/>
          <p:cNvSpPr/>
          <p:nvPr/>
        </p:nvSpPr>
        <p:spPr>
          <a:xfrm>
            <a:off x="380000" y="4293750"/>
            <a:ext cx="430000" cy="430000"/>
          </a:xfrm>
          <a:prstGeom prst="roundRect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0" name="Item 4"/>
          <p:cNvSpPr/>
          <p:nvPr/>
        </p:nvSpPr>
        <p:spPr>
          <a:xfrm>
            <a:off x="940000" y="4067500"/>
            <a:ext cx="7824000" cy="882500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Item 1"/>
          <p:cNvSpPr/>
          <p:nvPr/>
        </p:nvSpPr>
        <p:spPr>
          <a:xfrm>
            <a:off x="380000" y="1120000"/>
            <a:ext cx="1931000" cy="3830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4" name="Chip 1"/>
          <p:cNvSpPr/>
          <p:nvPr/>
        </p:nvSpPr>
        <p:spPr>
          <a:xfrm>
            <a:off x="1105500" y="880000"/>
            <a:ext cx="480000" cy="4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Item 2"/>
          <p:cNvSpPr/>
          <p:nvPr/>
        </p:nvSpPr>
        <p:spPr>
          <a:xfrm>
            <a:off x="2531000" y="1120000"/>
            <a:ext cx="1931000" cy="3830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6" name="Chip 2"/>
          <p:cNvSpPr/>
          <p:nvPr/>
        </p:nvSpPr>
        <p:spPr>
          <a:xfrm>
            <a:off x="3256500" y="880000"/>
            <a:ext cx="480000" cy="4800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Item 3"/>
          <p:cNvSpPr/>
          <p:nvPr/>
        </p:nvSpPr>
        <p:spPr>
          <a:xfrm>
            <a:off x="4682000" y="1120000"/>
            <a:ext cx="1931000" cy="3830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8" name="Chip 3"/>
          <p:cNvSpPr/>
          <p:nvPr/>
        </p:nvSpPr>
        <p:spPr>
          <a:xfrm>
            <a:off x="5407500" y="880000"/>
            <a:ext cx="480000" cy="480000"/>
          </a:xfrm>
          <a:prstGeom prst="ellipse">
            <a:avLst/>
          </a:prstGeom>
          <a:solidFill>
            <a:srgbClr val="B3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9" name="Item 4"/>
          <p:cNvSpPr/>
          <p:nvPr/>
        </p:nvSpPr>
        <p:spPr>
          <a:xfrm>
            <a:off x="6833000" y="1120000"/>
            <a:ext cx="1931000" cy="383000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10" name="Chip 4"/>
          <p:cNvSpPr/>
          <p:nvPr/>
        </p:nvSpPr>
        <p:spPr>
          <a:xfrm>
            <a:off x="7558500" y="880000"/>
            <a:ext cx="480000" cy="480000"/>
          </a:xfrm>
          <a:prstGeom prst="ellipse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Chip 1"/>
          <p:cNvSpPr/>
          <p:nvPr/>
        </p:nvSpPr>
        <p:spPr>
          <a:xfrm>
            <a:off x="380000" y="1020000"/>
            <a:ext cx="430000" cy="43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Item 1"/>
          <p:cNvSpPr/>
          <p:nvPr/>
        </p:nvSpPr>
        <p:spPr>
          <a:xfrm>
            <a:off x="940000" y="880000"/>
            <a:ext cx="7824000" cy="71000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Chip 2"/>
          <p:cNvSpPr/>
          <p:nvPr/>
        </p:nvSpPr>
        <p:spPr>
          <a:xfrm>
            <a:off x="380000" y="1860000"/>
            <a:ext cx="430000" cy="4300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Item 2"/>
          <p:cNvSpPr/>
          <p:nvPr/>
        </p:nvSpPr>
        <p:spPr>
          <a:xfrm>
            <a:off x="940000" y="1720000"/>
            <a:ext cx="7824000" cy="71000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Chip 3"/>
          <p:cNvSpPr/>
          <p:nvPr/>
        </p:nvSpPr>
        <p:spPr>
          <a:xfrm>
            <a:off x="380000" y="2700000"/>
            <a:ext cx="430000" cy="430000"/>
          </a:xfrm>
          <a:prstGeom prst="ellipse">
            <a:avLst/>
          </a:prstGeom>
          <a:solidFill>
            <a:srgbClr val="B3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8" name="Item 3"/>
          <p:cNvSpPr/>
          <p:nvPr/>
        </p:nvSpPr>
        <p:spPr>
          <a:xfrm>
            <a:off x="940000" y="2560000"/>
            <a:ext cx="7824000" cy="71000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9" name="Chip 4"/>
          <p:cNvSpPr/>
          <p:nvPr/>
        </p:nvSpPr>
        <p:spPr>
          <a:xfrm>
            <a:off x="380000" y="3540000"/>
            <a:ext cx="430000" cy="430000"/>
          </a:xfrm>
          <a:prstGeom prst="ellipse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0" name="Item 4"/>
          <p:cNvSpPr/>
          <p:nvPr/>
        </p:nvSpPr>
        <p:spPr>
          <a:xfrm>
            <a:off x="940000" y="3400000"/>
            <a:ext cx="7824000" cy="71000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11" name="Chip 5"/>
          <p:cNvSpPr/>
          <p:nvPr/>
        </p:nvSpPr>
        <p:spPr>
          <a:xfrm>
            <a:off x="380000" y="4380000"/>
            <a:ext cx="430000" cy="430000"/>
          </a:xfrm>
          <a:prstGeom prst="ellipse">
            <a:avLst/>
          </a:prstGeom>
          <a:solidFill>
            <a:srgbClr val="1D4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2" name="Item 5"/>
          <p:cNvSpPr/>
          <p:nvPr/>
        </p:nvSpPr>
        <p:spPr>
          <a:xfrm>
            <a:off x="940000" y="4240000"/>
            <a:ext cx="7824000" cy="71000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Accent 1"/>
          <p:cNvSpPr/>
          <p:nvPr/>
        </p:nvSpPr>
        <p:spPr>
          <a:xfrm>
            <a:off x="380000" y="880000"/>
            <a:ext cx="2661333" cy="13000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tem 1"/>
          <p:cNvSpPr/>
          <p:nvPr/>
        </p:nvSpPr>
        <p:spPr>
          <a:xfrm>
            <a:off x="380000" y="1030000"/>
            <a:ext cx="2661333" cy="178500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Accent 2"/>
          <p:cNvSpPr/>
          <p:nvPr/>
        </p:nvSpPr>
        <p:spPr>
          <a:xfrm>
            <a:off x="3241333" y="880000"/>
            <a:ext cx="2661333" cy="130000"/>
          </a:xfrm>
          <a:prstGeom prst="roundRect">
            <a:avLst/>
          </a:prstGeom>
          <a:solidFill>
            <a:srgbClr val="1D4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tem 2"/>
          <p:cNvSpPr/>
          <p:nvPr/>
        </p:nvSpPr>
        <p:spPr>
          <a:xfrm>
            <a:off x="3241333" y="1030000"/>
            <a:ext cx="2661333" cy="178500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Accent 3"/>
          <p:cNvSpPr/>
          <p:nvPr/>
        </p:nvSpPr>
        <p:spPr>
          <a:xfrm>
            <a:off x="6102666" y="880000"/>
            <a:ext cx="2661333" cy="1300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tem 3"/>
          <p:cNvSpPr/>
          <p:nvPr/>
        </p:nvSpPr>
        <p:spPr>
          <a:xfrm>
            <a:off x="6102666" y="1030000"/>
            <a:ext cx="2661333" cy="178500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9" name="Accent 4"/>
          <p:cNvSpPr/>
          <p:nvPr/>
        </p:nvSpPr>
        <p:spPr>
          <a:xfrm>
            <a:off x="380000" y="3015000"/>
            <a:ext cx="4092000" cy="130000"/>
          </a:xfrm>
          <a:prstGeom prst="round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tem 4"/>
          <p:cNvSpPr/>
          <p:nvPr/>
        </p:nvSpPr>
        <p:spPr>
          <a:xfrm>
            <a:off x="380000" y="3165000"/>
            <a:ext cx="4092000" cy="178500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11" name="Accent 5"/>
          <p:cNvSpPr/>
          <p:nvPr/>
        </p:nvSpPr>
        <p:spPr>
          <a:xfrm>
            <a:off x="4672000" y="3015000"/>
            <a:ext cx="4092000" cy="130000"/>
          </a:xfrm>
          <a:prstGeom prst="roundRect">
            <a:avLst/>
          </a:prstGeom>
          <a:solidFill>
            <a:srgbClr val="B3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tem 5"/>
          <p:cNvSpPr/>
          <p:nvPr/>
        </p:nvSpPr>
        <p:spPr>
          <a:xfrm>
            <a:off x="4672000" y="3165000"/>
            <a:ext cx="4092000" cy="178500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Item 1"/>
          <p:cNvSpPr/>
          <p:nvPr/>
        </p:nvSpPr>
        <p:spPr>
          <a:xfrm>
            <a:off x="380000" y="880000"/>
            <a:ext cx="8384000" cy="702000"/>
          </a:xfrm>
          <a:prstGeom prst="homePlat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4" name="Item 2"/>
          <p:cNvSpPr/>
          <p:nvPr/>
        </p:nvSpPr>
        <p:spPr>
          <a:xfrm>
            <a:off x="380000" y="1722000"/>
            <a:ext cx="8124000" cy="702000"/>
          </a:xfrm>
          <a:prstGeom prst="homePlat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Item 3"/>
          <p:cNvSpPr/>
          <p:nvPr/>
        </p:nvSpPr>
        <p:spPr>
          <a:xfrm>
            <a:off x="380000" y="2564000"/>
            <a:ext cx="7864000" cy="702000"/>
          </a:xfrm>
          <a:prstGeom prst="homePlat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6" name="Item 4"/>
          <p:cNvSpPr/>
          <p:nvPr/>
        </p:nvSpPr>
        <p:spPr>
          <a:xfrm>
            <a:off x="380000" y="3406000"/>
            <a:ext cx="7604000" cy="702000"/>
          </a:xfrm>
          <a:prstGeom prst="homePlate">
            <a:avLst/>
          </a:prstGeom>
          <a:solidFill>
            <a:srgbClr val="B3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Item 5"/>
          <p:cNvSpPr/>
          <p:nvPr/>
        </p:nvSpPr>
        <p:spPr>
          <a:xfrm>
            <a:off x="380000" y="4248000"/>
            <a:ext cx="7344000" cy="702000"/>
          </a:xfrm>
          <a:prstGeom prst="homePlate">
            <a:avLst/>
          </a:prstGeom>
          <a:solidFill>
            <a:srgbClr val="1D4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Accent 1"/>
          <p:cNvSpPr/>
          <p:nvPr/>
        </p:nvSpPr>
        <p:spPr>
          <a:xfrm>
            <a:off x="380000" y="880000"/>
            <a:ext cx="2661333" cy="130000"/>
          </a:xfrm>
          <a:prstGeom prst="round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tem 1"/>
          <p:cNvSpPr/>
          <p:nvPr/>
        </p:nvSpPr>
        <p:spPr>
          <a:xfrm>
            <a:off x="380000" y="1030000"/>
            <a:ext cx="2661333" cy="178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Accent 2"/>
          <p:cNvSpPr/>
          <p:nvPr/>
        </p:nvSpPr>
        <p:spPr>
          <a:xfrm>
            <a:off x="3241333" y="880000"/>
            <a:ext cx="2661333" cy="13000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tem 2"/>
          <p:cNvSpPr/>
          <p:nvPr/>
        </p:nvSpPr>
        <p:spPr>
          <a:xfrm>
            <a:off x="3241333" y="1030000"/>
            <a:ext cx="2661333" cy="178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Accent 3"/>
          <p:cNvSpPr/>
          <p:nvPr/>
        </p:nvSpPr>
        <p:spPr>
          <a:xfrm>
            <a:off x="6102666" y="880000"/>
            <a:ext cx="2661333" cy="130000"/>
          </a:xfrm>
          <a:prstGeom prst="roundRect">
            <a:avLst/>
          </a:prstGeom>
          <a:solidFill>
            <a:srgbClr val="B3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tem 3"/>
          <p:cNvSpPr/>
          <p:nvPr/>
        </p:nvSpPr>
        <p:spPr>
          <a:xfrm>
            <a:off x="6102666" y="1030000"/>
            <a:ext cx="2661333" cy="178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9" name="Accent 4"/>
          <p:cNvSpPr/>
          <p:nvPr/>
        </p:nvSpPr>
        <p:spPr>
          <a:xfrm>
            <a:off x="380000" y="3015000"/>
            <a:ext cx="2661333" cy="130000"/>
          </a:xfrm>
          <a:prstGeom prst="roundRect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tem 4"/>
          <p:cNvSpPr/>
          <p:nvPr/>
        </p:nvSpPr>
        <p:spPr>
          <a:xfrm>
            <a:off x="380000" y="3165000"/>
            <a:ext cx="2661333" cy="178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11" name="Accent 5"/>
          <p:cNvSpPr/>
          <p:nvPr/>
        </p:nvSpPr>
        <p:spPr>
          <a:xfrm>
            <a:off x="3241333" y="3015000"/>
            <a:ext cx="2661333" cy="130000"/>
          </a:xfrm>
          <a:prstGeom prst="roundRect">
            <a:avLst/>
          </a:prstGeom>
          <a:solidFill>
            <a:srgbClr val="1D4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tem 5"/>
          <p:cNvSpPr/>
          <p:nvPr/>
        </p:nvSpPr>
        <p:spPr>
          <a:xfrm>
            <a:off x="3241333" y="3165000"/>
            <a:ext cx="2661333" cy="178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13" name="Accent 6"/>
          <p:cNvSpPr/>
          <p:nvPr/>
        </p:nvSpPr>
        <p:spPr>
          <a:xfrm>
            <a:off x="6102666" y="3015000"/>
            <a:ext cx="2661333" cy="130000"/>
          </a:xfrm>
          <a:prstGeom prst="roundRect">
            <a:avLst/>
          </a:prstGeom>
          <a:solidFill>
            <a:srgbClr val="F04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tem 6"/>
          <p:cNvSpPr/>
          <p:nvPr/>
        </p:nvSpPr>
        <p:spPr>
          <a:xfrm>
            <a:off x="6102666" y="3165000"/>
            <a:ext cx="2661333" cy="178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Chip 1"/>
          <p:cNvSpPr/>
          <p:nvPr/>
        </p:nvSpPr>
        <p:spPr>
          <a:xfrm>
            <a:off x="380000" y="958333"/>
            <a:ext cx="430000" cy="430000"/>
          </a:xfrm>
          <a:prstGeom prst="round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Item 1"/>
          <p:cNvSpPr/>
          <p:nvPr/>
        </p:nvSpPr>
        <p:spPr>
          <a:xfrm>
            <a:off x="940000" y="880000"/>
            <a:ext cx="7824000" cy="586666"/>
          </a:xfrm>
          <a:prstGeom prst="roundRect">
            <a:avLst>
              <a:gd name="adj" fmla="val 50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Chip 2"/>
          <p:cNvSpPr/>
          <p:nvPr/>
        </p:nvSpPr>
        <p:spPr>
          <a:xfrm>
            <a:off x="380000" y="1654999"/>
            <a:ext cx="430000" cy="430000"/>
          </a:xfrm>
          <a:prstGeom prst="roundRect">
            <a:avLst/>
          </a:prstGeom>
          <a:solidFill>
            <a:srgbClr val="B3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Item 2"/>
          <p:cNvSpPr/>
          <p:nvPr/>
        </p:nvSpPr>
        <p:spPr>
          <a:xfrm>
            <a:off x="940000" y="1576666"/>
            <a:ext cx="7824000" cy="586666"/>
          </a:xfrm>
          <a:prstGeom prst="roundRect">
            <a:avLst>
              <a:gd name="adj" fmla="val 50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Chip 3"/>
          <p:cNvSpPr/>
          <p:nvPr/>
        </p:nvSpPr>
        <p:spPr>
          <a:xfrm>
            <a:off x="380000" y="2351665"/>
            <a:ext cx="430000" cy="430000"/>
          </a:xfrm>
          <a:prstGeom prst="roundRect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8" name="Item 3"/>
          <p:cNvSpPr/>
          <p:nvPr/>
        </p:nvSpPr>
        <p:spPr>
          <a:xfrm>
            <a:off x="940000" y="2273332"/>
            <a:ext cx="7824000" cy="586666"/>
          </a:xfrm>
          <a:prstGeom prst="roundRect">
            <a:avLst>
              <a:gd name="adj" fmla="val 50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9" name="Chip 4"/>
          <p:cNvSpPr/>
          <p:nvPr/>
        </p:nvSpPr>
        <p:spPr>
          <a:xfrm>
            <a:off x="380000" y="3048331"/>
            <a:ext cx="430000" cy="43000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0" name="Item 4"/>
          <p:cNvSpPr/>
          <p:nvPr/>
        </p:nvSpPr>
        <p:spPr>
          <a:xfrm>
            <a:off x="940000" y="2969998"/>
            <a:ext cx="7824000" cy="586666"/>
          </a:xfrm>
          <a:prstGeom prst="roundRect">
            <a:avLst>
              <a:gd name="adj" fmla="val 50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11" name="Chip 5"/>
          <p:cNvSpPr/>
          <p:nvPr/>
        </p:nvSpPr>
        <p:spPr>
          <a:xfrm>
            <a:off x="380000" y="3744997"/>
            <a:ext cx="430000" cy="430000"/>
          </a:xfrm>
          <a:prstGeom prst="roundRect">
            <a:avLst/>
          </a:prstGeom>
          <a:solidFill>
            <a:srgbClr val="1D4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2" name="Item 5"/>
          <p:cNvSpPr/>
          <p:nvPr/>
        </p:nvSpPr>
        <p:spPr>
          <a:xfrm>
            <a:off x="940000" y="3666664"/>
            <a:ext cx="7824000" cy="586666"/>
          </a:xfrm>
          <a:prstGeom prst="roundRect">
            <a:avLst>
              <a:gd name="adj" fmla="val 50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13" name="Chip 6"/>
          <p:cNvSpPr/>
          <p:nvPr/>
        </p:nvSpPr>
        <p:spPr>
          <a:xfrm>
            <a:off x="380000" y="4441663"/>
            <a:ext cx="430000" cy="4300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4" name="Item 6"/>
          <p:cNvSpPr/>
          <p:nvPr/>
        </p:nvSpPr>
        <p:spPr>
          <a:xfrm>
            <a:off x="940000" y="4363330"/>
            <a:ext cx="7824000" cy="586666"/>
          </a:xfrm>
          <a:prstGeom prst="roundRect">
            <a:avLst>
              <a:gd name="adj" fmla="val 50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Item 1"/>
          <p:cNvSpPr/>
          <p:nvPr/>
        </p:nvSpPr>
        <p:spPr>
          <a:xfrm>
            <a:off x="380000" y="1440000"/>
            <a:ext cx="4042000" cy="35100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4" name="Icon 1"/>
          <p:cNvSpPr/>
          <p:nvPr/>
        </p:nvSpPr>
        <p:spPr>
          <a:xfrm>
            <a:off x="2141000" y="1180000"/>
            <a:ext cx="520000" cy="52000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tem 2"/>
          <p:cNvSpPr/>
          <p:nvPr/>
        </p:nvSpPr>
        <p:spPr>
          <a:xfrm>
            <a:off x="4722000" y="1440000"/>
            <a:ext cx="4042000" cy="35100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6" name="Icon 2"/>
          <p:cNvSpPr/>
          <p:nvPr/>
        </p:nvSpPr>
        <p:spPr>
          <a:xfrm>
            <a:off x="6483000" y="1180000"/>
            <a:ext cx="520000" cy="52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Icon 1"/>
          <p:cNvSpPr/>
          <p:nvPr/>
        </p:nvSpPr>
        <p:spPr>
          <a:xfrm>
            <a:off x="380000" y="1266666"/>
            <a:ext cx="430000" cy="4300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tem 1"/>
          <p:cNvSpPr/>
          <p:nvPr/>
        </p:nvSpPr>
        <p:spPr>
          <a:xfrm>
            <a:off x="940000" y="880000"/>
            <a:ext cx="7824000" cy="1203333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Icon 2"/>
          <p:cNvSpPr/>
          <p:nvPr/>
        </p:nvSpPr>
        <p:spPr>
          <a:xfrm>
            <a:off x="380000" y="2699999"/>
            <a:ext cx="430000" cy="430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tem 2"/>
          <p:cNvSpPr/>
          <p:nvPr/>
        </p:nvSpPr>
        <p:spPr>
          <a:xfrm>
            <a:off x="940000" y="2313333"/>
            <a:ext cx="7824000" cy="1203333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Icon 3"/>
          <p:cNvSpPr/>
          <p:nvPr/>
        </p:nvSpPr>
        <p:spPr>
          <a:xfrm>
            <a:off x="380000" y="4133332"/>
            <a:ext cx="430000" cy="430000"/>
          </a:xfrm>
          <a:prstGeom prst="roundRect">
            <a:avLst>
              <a:gd name="adj" fmla="val 25000"/>
            </a:avLst>
          </a:prstGeom>
          <a:solidFill>
            <a:srgbClr val="B3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tem 3"/>
          <p:cNvSpPr/>
          <p:nvPr/>
        </p:nvSpPr>
        <p:spPr>
          <a:xfrm>
            <a:off x="940000" y="3746666"/>
            <a:ext cx="7824000" cy="1203333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Item 1"/>
          <p:cNvSpPr/>
          <p:nvPr/>
        </p:nvSpPr>
        <p:spPr>
          <a:xfrm>
            <a:off x="380000" y="1120000"/>
            <a:ext cx="1931000" cy="3830000"/>
          </a:xfrm>
          <a:prstGeom prst="roundRect">
            <a:avLst>
              <a:gd name="adj" fmla="val 7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4" name="Icon 1"/>
          <p:cNvSpPr/>
          <p:nvPr/>
        </p:nvSpPr>
        <p:spPr>
          <a:xfrm>
            <a:off x="1105500" y="880000"/>
            <a:ext cx="480000" cy="4800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tem 2"/>
          <p:cNvSpPr/>
          <p:nvPr/>
        </p:nvSpPr>
        <p:spPr>
          <a:xfrm>
            <a:off x="2531000" y="1120000"/>
            <a:ext cx="1931000" cy="3830000"/>
          </a:xfrm>
          <a:prstGeom prst="roundRect">
            <a:avLst>
              <a:gd name="adj" fmla="val 7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6" name="Icon 2"/>
          <p:cNvSpPr/>
          <p:nvPr/>
        </p:nvSpPr>
        <p:spPr>
          <a:xfrm>
            <a:off x="3256500" y="880000"/>
            <a:ext cx="480000" cy="480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tem 3"/>
          <p:cNvSpPr/>
          <p:nvPr/>
        </p:nvSpPr>
        <p:spPr>
          <a:xfrm>
            <a:off x="4682000" y="1120000"/>
            <a:ext cx="1931000" cy="3830000"/>
          </a:xfrm>
          <a:prstGeom prst="roundRect">
            <a:avLst>
              <a:gd name="adj" fmla="val 7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8" name="Icon 3"/>
          <p:cNvSpPr/>
          <p:nvPr/>
        </p:nvSpPr>
        <p:spPr>
          <a:xfrm>
            <a:off x="5407500" y="880000"/>
            <a:ext cx="480000" cy="480000"/>
          </a:xfrm>
          <a:prstGeom prst="roundRect">
            <a:avLst>
              <a:gd name="adj" fmla="val 25000"/>
            </a:avLst>
          </a:prstGeom>
          <a:solidFill>
            <a:srgbClr val="B3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tem 4"/>
          <p:cNvSpPr/>
          <p:nvPr/>
        </p:nvSpPr>
        <p:spPr>
          <a:xfrm>
            <a:off x="6833000" y="1120000"/>
            <a:ext cx="1931000" cy="3830000"/>
          </a:xfrm>
          <a:prstGeom prst="roundRect">
            <a:avLst>
              <a:gd name="adj" fmla="val 7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10" name="Icon 4"/>
          <p:cNvSpPr/>
          <p:nvPr/>
        </p:nvSpPr>
        <p:spPr>
          <a:xfrm>
            <a:off x="7558500" y="880000"/>
            <a:ext cx="480000" cy="480000"/>
          </a:xfrm>
          <a:prstGeom prst="roundRect">
            <a:avLst>
              <a:gd name="adj" fmla="val 25000"/>
            </a:avLst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Icon 1"/>
          <p:cNvSpPr/>
          <p:nvPr/>
        </p:nvSpPr>
        <p:spPr>
          <a:xfrm>
            <a:off x="380000" y="1020000"/>
            <a:ext cx="430000" cy="4300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tem 1"/>
          <p:cNvSpPr/>
          <p:nvPr/>
        </p:nvSpPr>
        <p:spPr>
          <a:xfrm>
            <a:off x="940000" y="880000"/>
            <a:ext cx="7824000" cy="710000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Icon 2"/>
          <p:cNvSpPr/>
          <p:nvPr/>
        </p:nvSpPr>
        <p:spPr>
          <a:xfrm>
            <a:off x="380000" y="1860000"/>
            <a:ext cx="430000" cy="430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tem 2"/>
          <p:cNvSpPr/>
          <p:nvPr/>
        </p:nvSpPr>
        <p:spPr>
          <a:xfrm>
            <a:off x="940000" y="1720000"/>
            <a:ext cx="7824000" cy="710000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Icon 3"/>
          <p:cNvSpPr/>
          <p:nvPr/>
        </p:nvSpPr>
        <p:spPr>
          <a:xfrm>
            <a:off x="380000" y="2700000"/>
            <a:ext cx="430000" cy="430000"/>
          </a:xfrm>
          <a:prstGeom prst="roundRect">
            <a:avLst>
              <a:gd name="adj" fmla="val 25000"/>
            </a:avLst>
          </a:prstGeom>
          <a:solidFill>
            <a:srgbClr val="B3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tem 3"/>
          <p:cNvSpPr/>
          <p:nvPr/>
        </p:nvSpPr>
        <p:spPr>
          <a:xfrm>
            <a:off x="940000" y="2560000"/>
            <a:ext cx="7824000" cy="710000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9" name="Icon 4"/>
          <p:cNvSpPr/>
          <p:nvPr/>
        </p:nvSpPr>
        <p:spPr>
          <a:xfrm>
            <a:off x="380000" y="3540000"/>
            <a:ext cx="430000" cy="430000"/>
          </a:xfrm>
          <a:prstGeom prst="roundRect">
            <a:avLst>
              <a:gd name="adj" fmla="val 25000"/>
            </a:avLst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tem 4"/>
          <p:cNvSpPr/>
          <p:nvPr/>
        </p:nvSpPr>
        <p:spPr>
          <a:xfrm>
            <a:off x="940000" y="3400000"/>
            <a:ext cx="7824000" cy="710000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11" name="Icon 5"/>
          <p:cNvSpPr/>
          <p:nvPr/>
        </p:nvSpPr>
        <p:spPr>
          <a:xfrm>
            <a:off x="380000" y="4380000"/>
            <a:ext cx="430000" cy="430000"/>
          </a:xfrm>
          <a:prstGeom prst="roundRect">
            <a:avLst>
              <a:gd name="adj" fmla="val 25000"/>
            </a:avLst>
          </a:prstGeom>
          <a:solidFill>
            <a:srgbClr val="1D4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tem 5"/>
          <p:cNvSpPr/>
          <p:nvPr/>
        </p:nvSpPr>
        <p:spPr>
          <a:xfrm>
            <a:off x="940000" y="4240000"/>
            <a:ext cx="7824000" cy="710000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Icon 1"/>
          <p:cNvSpPr/>
          <p:nvPr/>
        </p:nvSpPr>
        <p:spPr>
          <a:xfrm>
            <a:off x="380000" y="958333"/>
            <a:ext cx="430000" cy="4300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tem 1"/>
          <p:cNvSpPr/>
          <p:nvPr/>
        </p:nvSpPr>
        <p:spPr>
          <a:xfrm>
            <a:off x="940000" y="880000"/>
            <a:ext cx="7824000" cy="58666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Icon 2"/>
          <p:cNvSpPr/>
          <p:nvPr/>
        </p:nvSpPr>
        <p:spPr>
          <a:xfrm>
            <a:off x="380000" y="1654999"/>
            <a:ext cx="430000" cy="430000"/>
          </a:xfrm>
          <a:prstGeom prst="roundRect">
            <a:avLst>
              <a:gd name="adj" fmla="val 25000"/>
            </a:avLst>
          </a:prstGeom>
          <a:solidFill>
            <a:srgbClr val="B3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tem 2"/>
          <p:cNvSpPr/>
          <p:nvPr/>
        </p:nvSpPr>
        <p:spPr>
          <a:xfrm>
            <a:off x="940000" y="1576666"/>
            <a:ext cx="7824000" cy="58666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Icon 3"/>
          <p:cNvSpPr/>
          <p:nvPr/>
        </p:nvSpPr>
        <p:spPr>
          <a:xfrm>
            <a:off x="380000" y="2351665"/>
            <a:ext cx="430000" cy="430000"/>
          </a:xfrm>
          <a:prstGeom prst="roundRect">
            <a:avLst>
              <a:gd name="adj" fmla="val 25000"/>
            </a:avLst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tem 3"/>
          <p:cNvSpPr/>
          <p:nvPr/>
        </p:nvSpPr>
        <p:spPr>
          <a:xfrm>
            <a:off x="940000" y="2273332"/>
            <a:ext cx="7824000" cy="58666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9" name="Icon 4"/>
          <p:cNvSpPr/>
          <p:nvPr/>
        </p:nvSpPr>
        <p:spPr>
          <a:xfrm>
            <a:off x="380000" y="3048331"/>
            <a:ext cx="430000" cy="430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tem 4"/>
          <p:cNvSpPr/>
          <p:nvPr/>
        </p:nvSpPr>
        <p:spPr>
          <a:xfrm>
            <a:off x="940000" y="2969998"/>
            <a:ext cx="7824000" cy="58666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11" name="Icon 5"/>
          <p:cNvSpPr/>
          <p:nvPr/>
        </p:nvSpPr>
        <p:spPr>
          <a:xfrm>
            <a:off x="380000" y="3744997"/>
            <a:ext cx="430000" cy="430000"/>
          </a:xfrm>
          <a:prstGeom prst="roundRect">
            <a:avLst>
              <a:gd name="adj" fmla="val 25000"/>
            </a:avLst>
          </a:prstGeom>
          <a:solidFill>
            <a:srgbClr val="1D4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tem 5"/>
          <p:cNvSpPr/>
          <p:nvPr/>
        </p:nvSpPr>
        <p:spPr>
          <a:xfrm>
            <a:off x="940000" y="3666664"/>
            <a:ext cx="7824000" cy="58666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13" name="Icon 6"/>
          <p:cNvSpPr/>
          <p:nvPr/>
        </p:nvSpPr>
        <p:spPr>
          <a:xfrm>
            <a:off x="380000" y="4441663"/>
            <a:ext cx="430000" cy="430000"/>
          </a:xfrm>
          <a:prstGeom prst="roundRect">
            <a:avLst>
              <a:gd name="adj" fmla="val 25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tem 6"/>
          <p:cNvSpPr/>
          <p:nvPr/>
        </p:nvSpPr>
        <p:spPr>
          <a:xfrm>
            <a:off x="940000" y="4363330"/>
            <a:ext cx="7824000" cy="58666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Chip 1"/>
          <p:cNvSpPr/>
          <p:nvPr/>
        </p:nvSpPr>
        <p:spPr>
          <a:xfrm>
            <a:off x="380000" y="1290000"/>
            <a:ext cx="620000" cy="430000"/>
          </a:xfrm>
          <a:prstGeom prst="chevron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2841"/>
                </a:solidFill>
                <a:latin typeface="Calibri"/>
              </a:rPr>
              <a:t>01</a:t>
            </a:r>
          </a:p>
        </p:txBody>
      </p:sp>
      <p:sp>
        <p:nvSpPr>
          <p:cNvPr id="4" name="Item 1"/>
          <p:cNvSpPr/>
          <p:nvPr/>
        </p:nvSpPr>
        <p:spPr>
          <a:xfrm>
            <a:off x="1130000" y="880000"/>
            <a:ext cx="7634000" cy="1250000"/>
          </a:xfrm>
          <a:prstGeom prst="roundRect">
            <a:avLst>
              <a:gd name="adj" fmla="val 3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Chip 2"/>
          <p:cNvSpPr/>
          <p:nvPr/>
        </p:nvSpPr>
        <p:spPr>
          <a:xfrm>
            <a:off x="380000" y="2700000"/>
            <a:ext cx="620000" cy="430000"/>
          </a:xfrm>
          <a:prstGeom prst="chevron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2841"/>
                </a:solidFill>
                <a:latin typeface="Calibri"/>
              </a:rPr>
              <a:t>02</a:t>
            </a:r>
          </a:p>
        </p:txBody>
      </p:sp>
      <p:sp>
        <p:nvSpPr>
          <p:cNvPr id="6" name="Item 2"/>
          <p:cNvSpPr/>
          <p:nvPr/>
        </p:nvSpPr>
        <p:spPr>
          <a:xfrm>
            <a:off x="1130000" y="2290000"/>
            <a:ext cx="7634000" cy="1250000"/>
          </a:xfrm>
          <a:prstGeom prst="roundRect">
            <a:avLst>
              <a:gd name="adj" fmla="val 3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Chip 3"/>
          <p:cNvSpPr/>
          <p:nvPr/>
        </p:nvSpPr>
        <p:spPr>
          <a:xfrm>
            <a:off x="380000" y="4110000"/>
            <a:ext cx="620000" cy="430000"/>
          </a:xfrm>
          <a:prstGeom prst="chevron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2841"/>
                </a:solidFill>
                <a:latin typeface="Calibri"/>
              </a:rPr>
              <a:t>03</a:t>
            </a:r>
          </a:p>
        </p:txBody>
      </p:sp>
      <p:sp>
        <p:nvSpPr>
          <p:cNvPr id="8" name="Item 3"/>
          <p:cNvSpPr/>
          <p:nvPr/>
        </p:nvSpPr>
        <p:spPr>
          <a:xfrm>
            <a:off x="1130000" y="3700000"/>
            <a:ext cx="7634000" cy="1250000"/>
          </a:xfrm>
          <a:prstGeom prst="roundRect">
            <a:avLst>
              <a:gd name="adj" fmla="val 3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Chip 1"/>
          <p:cNvSpPr/>
          <p:nvPr/>
        </p:nvSpPr>
        <p:spPr>
          <a:xfrm>
            <a:off x="380000" y="1113750"/>
            <a:ext cx="620000" cy="430000"/>
          </a:xfrm>
          <a:prstGeom prst="chevron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2841"/>
                </a:solidFill>
                <a:latin typeface="Calibri"/>
              </a:rPr>
              <a:t>01</a:t>
            </a:r>
          </a:p>
        </p:txBody>
      </p:sp>
      <p:sp>
        <p:nvSpPr>
          <p:cNvPr id="4" name="Item 1"/>
          <p:cNvSpPr/>
          <p:nvPr/>
        </p:nvSpPr>
        <p:spPr>
          <a:xfrm>
            <a:off x="1130000" y="880000"/>
            <a:ext cx="7634000" cy="897500"/>
          </a:xfrm>
          <a:prstGeom prst="roundRect">
            <a:avLst>
              <a:gd name="adj" fmla="val 3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Chip 2"/>
          <p:cNvSpPr/>
          <p:nvPr/>
        </p:nvSpPr>
        <p:spPr>
          <a:xfrm>
            <a:off x="380000" y="2171250"/>
            <a:ext cx="620000" cy="430000"/>
          </a:xfrm>
          <a:prstGeom prst="chevron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2841"/>
                </a:solidFill>
                <a:latin typeface="Calibri"/>
              </a:rPr>
              <a:t>02</a:t>
            </a:r>
          </a:p>
        </p:txBody>
      </p:sp>
      <p:sp>
        <p:nvSpPr>
          <p:cNvPr id="6" name="Item 2"/>
          <p:cNvSpPr/>
          <p:nvPr/>
        </p:nvSpPr>
        <p:spPr>
          <a:xfrm>
            <a:off x="1130000" y="1937500"/>
            <a:ext cx="7634000" cy="897500"/>
          </a:xfrm>
          <a:prstGeom prst="roundRect">
            <a:avLst>
              <a:gd name="adj" fmla="val 3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Chip 3"/>
          <p:cNvSpPr/>
          <p:nvPr/>
        </p:nvSpPr>
        <p:spPr>
          <a:xfrm>
            <a:off x="380000" y="3228750"/>
            <a:ext cx="620000" cy="430000"/>
          </a:xfrm>
          <a:prstGeom prst="chevron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2841"/>
                </a:solidFill>
                <a:latin typeface="Calibri"/>
              </a:rPr>
              <a:t>03</a:t>
            </a:r>
          </a:p>
        </p:txBody>
      </p:sp>
      <p:sp>
        <p:nvSpPr>
          <p:cNvPr id="8" name="Item 3"/>
          <p:cNvSpPr/>
          <p:nvPr/>
        </p:nvSpPr>
        <p:spPr>
          <a:xfrm>
            <a:off x="1130000" y="2995000"/>
            <a:ext cx="7634000" cy="897500"/>
          </a:xfrm>
          <a:prstGeom prst="roundRect">
            <a:avLst>
              <a:gd name="adj" fmla="val 3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9" name="Chip 4"/>
          <p:cNvSpPr/>
          <p:nvPr/>
        </p:nvSpPr>
        <p:spPr>
          <a:xfrm>
            <a:off x="380000" y="4286250"/>
            <a:ext cx="620000" cy="430000"/>
          </a:xfrm>
          <a:prstGeom prst="chevron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2841"/>
                </a:solidFill>
                <a:latin typeface="Calibri"/>
              </a:rPr>
              <a:t>04</a:t>
            </a:r>
          </a:p>
        </p:txBody>
      </p:sp>
      <p:sp>
        <p:nvSpPr>
          <p:cNvPr id="10" name="Item 4"/>
          <p:cNvSpPr/>
          <p:nvPr/>
        </p:nvSpPr>
        <p:spPr>
          <a:xfrm>
            <a:off x="1130000" y="4052500"/>
            <a:ext cx="7634000" cy="897500"/>
          </a:xfrm>
          <a:prstGeom prst="roundRect">
            <a:avLst>
              <a:gd name="adj" fmla="val 3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Chip 1"/>
          <p:cNvSpPr/>
          <p:nvPr/>
        </p:nvSpPr>
        <p:spPr>
          <a:xfrm>
            <a:off x="380000" y="1008000"/>
            <a:ext cx="620000" cy="430000"/>
          </a:xfrm>
          <a:prstGeom prst="chevron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2841"/>
                </a:solidFill>
                <a:latin typeface="Calibri"/>
              </a:rPr>
              <a:t>01</a:t>
            </a:r>
          </a:p>
        </p:txBody>
      </p:sp>
      <p:sp>
        <p:nvSpPr>
          <p:cNvPr id="4" name="Item 1"/>
          <p:cNvSpPr/>
          <p:nvPr/>
        </p:nvSpPr>
        <p:spPr>
          <a:xfrm>
            <a:off x="1130000" y="880000"/>
            <a:ext cx="7634000" cy="686000"/>
          </a:xfrm>
          <a:prstGeom prst="roundRect">
            <a:avLst>
              <a:gd name="adj" fmla="val 3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Chip 2"/>
          <p:cNvSpPr/>
          <p:nvPr/>
        </p:nvSpPr>
        <p:spPr>
          <a:xfrm>
            <a:off x="380000" y="1854000"/>
            <a:ext cx="620000" cy="430000"/>
          </a:xfrm>
          <a:prstGeom prst="chevron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2841"/>
                </a:solidFill>
                <a:latin typeface="Calibri"/>
              </a:rPr>
              <a:t>02</a:t>
            </a:r>
          </a:p>
        </p:txBody>
      </p:sp>
      <p:sp>
        <p:nvSpPr>
          <p:cNvPr id="6" name="Item 2"/>
          <p:cNvSpPr/>
          <p:nvPr/>
        </p:nvSpPr>
        <p:spPr>
          <a:xfrm>
            <a:off x="1130000" y="1726000"/>
            <a:ext cx="7634000" cy="686000"/>
          </a:xfrm>
          <a:prstGeom prst="roundRect">
            <a:avLst>
              <a:gd name="adj" fmla="val 3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Chip 3"/>
          <p:cNvSpPr/>
          <p:nvPr/>
        </p:nvSpPr>
        <p:spPr>
          <a:xfrm>
            <a:off x="380000" y="2700000"/>
            <a:ext cx="620000" cy="430000"/>
          </a:xfrm>
          <a:prstGeom prst="chevron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2841"/>
                </a:solidFill>
                <a:latin typeface="Calibri"/>
              </a:rPr>
              <a:t>03</a:t>
            </a:r>
          </a:p>
        </p:txBody>
      </p:sp>
      <p:sp>
        <p:nvSpPr>
          <p:cNvPr id="8" name="Item 3"/>
          <p:cNvSpPr/>
          <p:nvPr/>
        </p:nvSpPr>
        <p:spPr>
          <a:xfrm>
            <a:off x="1130000" y="2572000"/>
            <a:ext cx="7634000" cy="686000"/>
          </a:xfrm>
          <a:prstGeom prst="roundRect">
            <a:avLst>
              <a:gd name="adj" fmla="val 3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9" name="Chip 4"/>
          <p:cNvSpPr/>
          <p:nvPr/>
        </p:nvSpPr>
        <p:spPr>
          <a:xfrm>
            <a:off x="380000" y="3546000"/>
            <a:ext cx="620000" cy="430000"/>
          </a:xfrm>
          <a:prstGeom prst="chevron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2841"/>
                </a:solidFill>
                <a:latin typeface="Calibri"/>
              </a:rPr>
              <a:t>04</a:t>
            </a:r>
          </a:p>
        </p:txBody>
      </p:sp>
      <p:sp>
        <p:nvSpPr>
          <p:cNvPr id="10" name="Item 4"/>
          <p:cNvSpPr/>
          <p:nvPr/>
        </p:nvSpPr>
        <p:spPr>
          <a:xfrm>
            <a:off x="1130000" y="3418000"/>
            <a:ext cx="7634000" cy="686000"/>
          </a:xfrm>
          <a:prstGeom prst="roundRect">
            <a:avLst>
              <a:gd name="adj" fmla="val 3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11" name="Chip 5"/>
          <p:cNvSpPr/>
          <p:nvPr/>
        </p:nvSpPr>
        <p:spPr>
          <a:xfrm>
            <a:off x="380000" y="4392000"/>
            <a:ext cx="620000" cy="430000"/>
          </a:xfrm>
          <a:prstGeom prst="chevron">
            <a:avLst/>
          </a:prstGeom>
          <a:solidFill>
            <a:srgbClr val="FBB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2841"/>
                </a:solidFill>
                <a:latin typeface="Calibri"/>
              </a:rPr>
              <a:t>05</a:t>
            </a:r>
          </a:p>
        </p:txBody>
      </p:sp>
      <p:sp>
        <p:nvSpPr>
          <p:cNvPr id="12" name="Item 5"/>
          <p:cNvSpPr/>
          <p:nvPr/>
        </p:nvSpPr>
        <p:spPr>
          <a:xfrm>
            <a:off x="1130000" y="4264000"/>
            <a:ext cx="7634000" cy="686000"/>
          </a:xfrm>
          <a:prstGeom prst="roundRect">
            <a:avLst>
              <a:gd name="adj" fmla="val 3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E2841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3" name="Chip 1"/>
          <p:cNvSpPr/>
          <p:nvPr/>
        </p:nvSpPr>
        <p:spPr>
          <a:xfrm>
            <a:off x="380000" y="1290000"/>
            <a:ext cx="620000" cy="43000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Item 1"/>
          <p:cNvSpPr/>
          <p:nvPr/>
        </p:nvSpPr>
        <p:spPr>
          <a:xfrm>
            <a:off x="1130000" y="880000"/>
            <a:ext cx="7634000" cy="12500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Chip 2"/>
          <p:cNvSpPr/>
          <p:nvPr/>
        </p:nvSpPr>
        <p:spPr>
          <a:xfrm>
            <a:off x="380000" y="2700000"/>
            <a:ext cx="620000" cy="43000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Item 2"/>
          <p:cNvSpPr/>
          <p:nvPr/>
        </p:nvSpPr>
        <p:spPr>
          <a:xfrm>
            <a:off x="1130000" y="2290000"/>
            <a:ext cx="7634000" cy="12500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Chip 3"/>
          <p:cNvSpPr/>
          <p:nvPr/>
        </p:nvSpPr>
        <p:spPr>
          <a:xfrm>
            <a:off x="380000" y="4110000"/>
            <a:ext cx="620000" cy="43000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8" name="Item 3"/>
          <p:cNvSpPr/>
          <p:nvPr/>
        </p:nvSpPr>
        <p:spPr>
          <a:xfrm>
            <a:off x="1130000" y="3700000"/>
            <a:ext cx="7634000" cy="12500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3" name="Chip 1"/>
          <p:cNvSpPr/>
          <p:nvPr/>
        </p:nvSpPr>
        <p:spPr>
          <a:xfrm>
            <a:off x="380000" y="1113750"/>
            <a:ext cx="620000" cy="43000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Item 1"/>
          <p:cNvSpPr/>
          <p:nvPr/>
        </p:nvSpPr>
        <p:spPr>
          <a:xfrm>
            <a:off x="1130000" y="880000"/>
            <a:ext cx="7634000" cy="8975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Chip 2"/>
          <p:cNvSpPr/>
          <p:nvPr/>
        </p:nvSpPr>
        <p:spPr>
          <a:xfrm>
            <a:off x="380000" y="2171250"/>
            <a:ext cx="620000" cy="43000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Item 2"/>
          <p:cNvSpPr/>
          <p:nvPr/>
        </p:nvSpPr>
        <p:spPr>
          <a:xfrm>
            <a:off x="1130000" y="1937500"/>
            <a:ext cx="7634000" cy="8975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Chip 3"/>
          <p:cNvSpPr/>
          <p:nvPr/>
        </p:nvSpPr>
        <p:spPr>
          <a:xfrm>
            <a:off x="380000" y="3228750"/>
            <a:ext cx="620000" cy="43000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8" name="Item 3"/>
          <p:cNvSpPr/>
          <p:nvPr/>
        </p:nvSpPr>
        <p:spPr>
          <a:xfrm>
            <a:off x="1130000" y="2995000"/>
            <a:ext cx="7634000" cy="8975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9" name="Chip 4"/>
          <p:cNvSpPr/>
          <p:nvPr/>
        </p:nvSpPr>
        <p:spPr>
          <a:xfrm>
            <a:off x="380000" y="4286250"/>
            <a:ext cx="620000" cy="43000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0" name="Item 4"/>
          <p:cNvSpPr/>
          <p:nvPr/>
        </p:nvSpPr>
        <p:spPr>
          <a:xfrm>
            <a:off x="1130000" y="4052500"/>
            <a:ext cx="7634000" cy="8975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378920" y="55000"/>
            <a:ext cx="6500000" cy="5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3" name="Chip 1"/>
          <p:cNvSpPr/>
          <p:nvPr/>
        </p:nvSpPr>
        <p:spPr>
          <a:xfrm>
            <a:off x="380000" y="1008000"/>
            <a:ext cx="620000" cy="43000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Item 1"/>
          <p:cNvSpPr/>
          <p:nvPr/>
        </p:nvSpPr>
        <p:spPr>
          <a:xfrm>
            <a:off x="1130000" y="880000"/>
            <a:ext cx="7634000" cy="6860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5" name="Chip 2"/>
          <p:cNvSpPr/>
          <p:nvPr/>
        </p:nvSpPr>
        <p:spPr>
          <a:xfrm>
            <a:off x="380000" y="1854000"/>
            <a:ext cx="620000" cy="43000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Item 2"/>
          <p:cNvSpPr/>
          <p:nvPr/>
        </p:nvSpPr>
        <p:spPr>
          <a:xfrm>
            <a:off x="1130000" y="1726000"/>
            <a:ext cx="7634000" cy="6860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7" name="Chip 3"/>
          <p:cNvSpPr/>
          <p:nvPr/>
        </p:nvSpPr>
        <p:spPr>
          <a:xfrm>
            <a:off x="380000" y="2700000"/>
            <a:ext cx="620000" cy="43000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8" name="Item 3"/>
          <p:cNvSpPr/>
          <p:nvPr/>
        </p:nvSpPr>
        <p:spPr>
          <a:xfrm>
            <a:off x="1130000" y="2572000"/>
            <a:ext cx="7634000" cy="6860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9" name="Chip 4"/>
          <p:cNvSpPr/>
          <p:nvPr/>
        </p:nvSpPr>
        <p:spPr>
          <a:xfrm>
            <a:off x="380000" y="3546000"/>
            <a:ext cx="620000" cy="43000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0" name="Item 4"/>
          <p:cNvSpPr/>
          <p:nvPr/>
        </p:nvSpPr>
        <p:spPr>
          <a:xfrm>
            <a:off x="1130000" y="3418000"/>
            <a:ext cx="7634000" cy="6860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  <p:sp>
        <p:nvSpPr>
          <p:cNvPr id="11" name="Chip 5"/>
          <p:cNvSpPr/>
          <p:nvPr/>
        </p:nvSpPr>
        <p:spPr>
          <a:xfrm>
            <a:off x="380000" y="4392000"/>
            <a:ext cx="620000" cy="430000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2" name="Item 5"/>
          <p:cNvSpPr/>
          <p:nvPr/>
        </p:nvSpPr>
        <p:spPr>
          <a:xfrm>
            <a:off x="1130000" y="4264000"/>
            <a:ext cx="7634000" cy="6860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Your point text appears here in this layout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4110</Words>
  <Application>Microsoft Office PowerPoint</Application>
  <PresentationFormat>On-screen Show (16:9)</PresentationFormat>
  <Paragraphs>222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Calibri Light</vt:lpstr>
      <vt:lpstr>Cambria Math</vt:lpstr>
      <vt:lpstr>Google Sans</vt:lpstr>
      <vt:lpstr>Wingdings</vt:lpstr>
      <vt:lpstr>Office 2013 - 2022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Greeshma CU</dc:creator>
  <cp:lastModifiedBy>Manjuvani Parthore</cp:lastModifiedBy>
  <cp:revision>114</cp:revision>
  <dcterms:created xsi:type="dcterms:W3CDTF">2026-06-08T13:50:05Z</dcterms:created>
  <dcterms:modified xsi:type="dcterms:W3CDTF">2026-06-29T07:06:11Z</dcterms:modified>
</cp:coreProperties>
</file>